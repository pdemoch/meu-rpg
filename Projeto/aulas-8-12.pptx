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em que o jogo fica completo no console: andares, evolução e loja.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Marco: aula 9 já é um crawler jogável; aula 12 fecha o loop econômico.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Índice a partir de 0 é o tropeço clássico. O for percorre a lista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tela de listagem (feed, catálogo, e-mails) é um array percorrido por um laço.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jogo completo no console. return dentro do for encerra a função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de game design: primeiro andar forte demais frustra.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Introduz this. Ação de dois objetos (atacar) fica como função; ação sobre si vira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Reforço da ponte função→método→classe do bloco 3-7.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esquecer o this dentro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while reaparece: 250 de XP pode subir 2 níveis. Desconte o XP ao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loja junta arrays, if e alteração de objeto — tudo do curso reunido.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Discussão: vale mais comprar ataque ou defesa? Decisão de estratégia.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Grande marco: jogo completo no console. Próximo bloco = interface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572000"/>
            <a:ext cx="4206240" cy="420624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JAVASCRIPT · PROGRAMAÇÃO NA PRÁTICA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Listas, Métodos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Progressão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8 a 12 — montando o sistema da Masmorra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479145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479145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0" name="Shape 8"/>
          <p:cNvSpPr/>
          <p:nvPr/>
        </p:nvSpPr>
        <p:spPr>
          <a:xfrm>
            <a:off x="1499616" y="479145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13892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masmorra vira uma lista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masmorra = [rato, orc];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montar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5984" y="17373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2E2340"/>
          </a:solidFill>
          <a:ln/>
        </p:spPr>
      </p:sp>
      <p:sp>
        <p:nvSpPr>
          <p:cNvPr id="6" name="Shape 4"/>
          <p:cNvSpPr/>
          <p:nvPr/>
        </p:nvSpPr>
        <p:spPr>
          <a:xfrm>
            <a:off x="993496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7" name="Text 5"/>
          <p:cNvSpPr/>
          <p:nvPr/>
        </p:nvSpPr>
        <p:spPr>
          <a:xfrm>
            <a:off x="993496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7424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3144" y="33101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itens/andares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10816" y="2148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72D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85136" y="17373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2E23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52648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3" name="Text 11"/>
          <p:cNvSpPr/>
          <p:nvPr/>
        </p:nvSpPr>
        <p:spPr>
          <a:xfrm>
            <a:off x="3352648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76576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22296" y="33101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descer a masmorra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9968" y="2148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72D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44288" y="17373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2E23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9" name="Text 17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135728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181448" y="33101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herói age sozinho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29120" y="2148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72D0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03440" y="17373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2E2340"/>
          </a:solidFill>
          <a:ln/>
        </p:spPr>
      </p:sp>
      <p:sp>
        <p:nvSpPr>
          <p:cNvPr id="24" name="Shape 22"/>
          <p:cNvSpPr/>
          <p:nvPr/>
        </p:nvSpPr>
        <p:spPr>
          <a:xfrm>
            <a:off x="8070952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25" name="Text 23"/>
          <p:cNvSpPr/>
          <p:nvPr/>
        </p:nvSpPr>
        <p:spPr>
          <a:xfrm>
            <a:off x="8070952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9488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40600" y="33101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e evolução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88272" y="2148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72D0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762592" y="17373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2E234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30104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31" name="Text 29"/>
          <p:cNvSpPr/>
          <p:nvPr/>
        </p:nvSpPr>
        <p:spPr>
          <a:xfrm>
            <a:off x="10430104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854032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899752" y="33101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ouro e itens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4805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4805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da Aula 12, o jogo completo roda no console — só falta a tela.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Arrays: listas de dados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guarda vários valores em ordem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começa em 0 (o 1º é [0])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.length = quantos itens tem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.push() adiciona ao final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0" name="Shape 8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1" name="Shape 9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masmorra = [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rato, goblin, orc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 &lt; masmorra.length; i++) {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console.log(masmorra[i].nome);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 no mercado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tudo em um sistema é uma lista: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5973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317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produtos[]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catálogo da loja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260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carrinho[]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que o cliente escolheu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204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resultados[]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busca retornou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4281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14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mensagens[]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de um chat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200253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21424" y="200253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9" name="Shape 17"/>
          <p:cNvSpPr/>
          <p:nvPr/>
        </p:nvSpPr>
        <p:spPr>
          <a:xfrm>
            <a:off x="7077456" y="200253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35000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p of produtos) {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mostrarNaTela(p);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160520"/>
            <a:ext cx="5212080" cy="1143000"/>
          </a:xfrm>
          <a:prstGeom prst="roundRect">
            <a:avLst>
              <a:gd name="adj" fmla="val 7200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1605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listas com laços é uma das tarefas mais comuns na programação.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Descer a masmorra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852160" cy="3200400"/>
          </a:xfrm>
          <a:prstGeom prst="roundRect">
            <a:avLst>
              <a:gd name="adj" fmla="val 2571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0" name="Shape 8"/>
          <p:cNvSpPr/>
          <p:nvPr/>
        </p:nvSpPr>
        <p:spPr>
          <a:xfrm>
            <a:off x="140817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04288"/>
            <a:ext cx="5349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masmorra.length; i++) {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venceu =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batalhar(heroi, masmorra[i]);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6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(!venceu) return; // game over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curar(heroi, 20);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17830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batalha (Aula 7) + lista (Aula 8)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return da função controla o fluxo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→ continua; derrota → encerra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vitória rende XP e ouro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1 · Sua campanha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uma masmorra com 4+ inimigos de dificuldade crescente e rode explorarMasmorra().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os números até ficar vencível, mas desafiador.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min · em duplas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Métodos: o herói age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= função dentro do objeto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= o próprio objeto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heroi.curar(30) lê melhor que curar(heroi,30)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"sobre si mesmo" viram métodos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0" name="Shape 8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1" name="Shape 9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dentro do objeto: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curar(qtd) {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this.vida += qtd;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heroi.curar(30);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heroi.estaVivo();  // true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no mercado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9397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usuario.login()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entra no sistema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3405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pedido.calcularTotal()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soma seus itens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46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carrinho.adicionar(item)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carrinho recebe um item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1421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862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data.formatar()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se formata sozinha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5212080" cy="3108960"/>
          </a:xfrm>
          <a:prstGeom prst="roundRect">
            <a:avLst>
              <a:gd name="adj" fmla="val 2647"/>
            </a:avLst>
          </a:prstGeom>
          <a:solidFill>
            <a:srgbClr val="2E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× Método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37960" y="2514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Função:  </a:t>
            </a:r>
            <a:pPr indent="0" marL="0"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ação solta
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ação DO objeto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977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que sabem agir são a base da Programação Orientada a Objetos.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2 · Comportamento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um método próprio ao herói — por exemplo descansar() que cura 25, ou resumo() que imprime nome e vida.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 com heroi.metodo().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 · em duplas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Níveis e experiência (XP)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Vencer dá XP; XP suficiente sobe o nível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sobe VÁRIOS níveis de uma vez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subir: mais vida, ataque e defesa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progressão dá sentido a continuar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0" name="Shape 8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1" name="Shape 9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ganharXp(qtd) {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this.xp += qtd;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(this.xp &gt;=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this.nivel * 100) {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this.subirDeNivel();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+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loja e a economia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0" name="Shape 8"/>
          <p:cNvSpPr/>
          <p:nvPr/>
        </p:nvSpPr>
        <p:spPr>
          <a:xfrm>
            <a:off x="140817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04288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comprar(heroi, item) {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(heroi.ouro &lt; item.preco) {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6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 // sem ouro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heroi.ouro -= item.preco;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mercado, é o mesmo padrão: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250545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377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 a compra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309981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9718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antes de debitar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369417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cupom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o desconto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34340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343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= lista de objetos + decisão (tem ouro?) + alterar dados.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3 · Economia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ouro ao herói (heroi.ouro = 200), compre um item da loja e use uma poção do inventário.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ficha antes e depois.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min · em duplas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DA AULA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Vocês vão saber...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arrays e percorrê-los com laços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funções em um fluxo de jogo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métodos e usar this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progressão (XP e níveis)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uma economia com regras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1828800"/>
            <a:ext cx="3931920" cy="3383280"/>
          </a:xfrm>
          <a:prstGeom prst="roundRect">
            <a:avLst>
              <a:gd name="adj" fmla="val 2432"/>
            </a:avLst>
          </a:prstGeom>
          <a:solidFill>
            <a:srgbClr val="6D4AA0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21031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jogo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completo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18120" y="3977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console. A partir da Aula 13, ele ganha uma tela.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2026-08-15T11:08:26Z</dcterms:created>
  <dcterms:modified xsi:type="dcterms:W3CDTF">2026-08-15T11:08:26Z</dcterms:modified>
</cp:coreProperties>
</file>