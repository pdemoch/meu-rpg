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curso. Estas são as duas primeiras aulas: guardar dados e fazer contas com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destino: ao fim da Aula 2 o herói existe e leva dano/cura.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Resolva o login do GitHub antes da aula 1 para não perder tempo. Rodar = abrir index.html + F12.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tipos hoje. Erro comum: número entre aspas vira texto e atrapalha contas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 à turma: que dados um app de delivery guardaria? (nome, endereço, valor...)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Motive o objeto pela dor da repetição. Objeto = uma ficha de RPG.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Erros comuns: esquecer aspas no texto; vírgula entre as propriedades.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Precedência e parênteses. Na dúvida, parênteses deixam a intenção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sutil e importante: const num objeto não impede mudar propriedades.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Conecte: a matemática do jogo é a mesma de um e-commerce.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-= e a precedência. Bônus: quanto falta para a vida cheia?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ligando à Aula 3: o herói tem dados, mas ainda não faz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5720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JAVASCRIPT · PROGRAMAÇÃO NA PRÁTICA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Variáveis, Tipos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Herói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 e 2 — os primeiros passos no RPG “A Masmorra”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479145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479145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479145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13892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9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começo de tudo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nome = "Aragorn";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onde começamos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29788" y="173736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2E2340"/>
          </a:solidFill>
          <a:ln/>
        </p:spPr>
      </p:sp>
      <p:sp>
        <p:nvSpPr>
          <p:cNvPr id="6" name="Shape 4"/>
          <p:cNvSpPr/>
          <p:nvPr/>
        </p:nvSpPr>
        <p:spPr>
          <a:xfrm>
            <a:off x="424876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7" name="Text 5"/>
          <p:cNvSpPr/>
          <p:nvPr/>
        </p:nvSpPr>
        <p:spPr>
          <a:xfrm>
            <a:off x="424876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1228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o herói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66948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variáveis, tipos, objetos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17540" y="21488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72D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55868" y="1737360"/>
            <a:ext cx="2606040" cy="2194560"/>
          </a:xfrm>
          <a:prstGeom prst="roundRect">
            <a:avLst>
              <a:gd name="adj" fmla="val 3750"/>
            </a:avLst>
          </a:prstGeom>
          <a:solidFill>
            <a:srgbClr val="2E2340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4840" y="1965960"/>
            <a:ext cx="768096" cy="768096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3" name="Text 11"/>
          <p:cNvSpPr/>
          <p:nvPr/>
        </p:nvSpPr>
        <p:spPr>
          <a:xfrm>
            <a:off x="7174840" y="19659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47308" y="2880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Dando músculos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93028" y="3310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e cálculos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805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duas aulas o herói sai do nada para existir como dado e reagir a números.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escrevemos o código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2E234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editor onde escrevemos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2E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057400"/>
            <a:ext cx="457200" cy="457200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3712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(F12)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53712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jogo roda e mostra o console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178308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2E234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2057400"/>
            <a:ext cx="457200" cy="457200"/>
          </a:xfrm>
          <a:prstGeom prst="ellipse">
            <a:avLst/>
          </a:prstGeom>
          <a:solidFill>
            <a:srgbClr val="6D4AA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11312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11312" y="3246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"ponto de save": commit + push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72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do curso: toda aula termina com um commit — cada save é um ponto ao qual você pode voltar.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e tipos de dados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cria uma variável que pode mudar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cria uma que não muda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(texto) · number · boolean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vai entre aspas; número, sem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nome = "Aragorn"; // string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vida = 100;       // number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vivo = true;      // boolean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console.log(nome);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no mercado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tipos, em qualquer sistema: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5973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nomeUsuario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— "Maria Silva"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26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precoProduto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— 49.90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2044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estaLogado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— true / false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42816"/>
            <a:ext cx="137160" cy="137160"/>
          </a:xfrm>
          <a:prstGeom prst="ellipse">
            <a:avLst/>
          </a:prstGeom>
          <a:solidFill>
            <a:srgbClr val="9B72D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14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itensNoCarrinho   </a:t>
            </a:r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—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212080" cy="2194560"/>
          </a:xfrm>
          <a:prstGeom prst="roundRect">
            <a:avLst>
              <a:gd name="adj" fmla="val 3750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200253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1424" y="200253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7456" y="200253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350008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preco = 49.90;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emEstoque = true;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categoria = "livros";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20624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06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começa guardando dados em variáveis — exatamente como o herói.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Objetos: agrupar dados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variáveis soltas para um herói? Confuso.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agrupa tudo de UMA coisa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dado é uma propriedade: valor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 ponto: heroi.nome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3434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devolvem objetos (JSON): usuário, produto, pedido.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3" name="Shape 11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heroi = {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nome: "Aragorn",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vida: 100,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ataque: 15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console.log(heroi.nome);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1 · O herói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SEU herói como um objeto: nome, classe e atributos à sua escolha (vida, ataque, defesa...).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imprima a ficha dele no console.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 · individual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Operadores e cálculos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Contas: +  -  *  /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Multiplicação vem antes da soma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parênteses para mandar na ordem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 = 3.5 (JS não arredonda sozinho)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10" name="Shape 8"/>
          <p:cNvSpPr/>
          <p:nvPr/>
        </p:nvSpPr>
        <p:spPr>
          <a:xfrm>
            <a:off x="668426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1" name="Shape 9"/>
          <p:cNvSpPr/>
          <p:nvPr/>
        </p:nvSpPr>
        <p:spPr>
          <a:xfrm>
            <a:off x="694029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04288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forca = heroi.ataque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heroi.nivel * 2;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* 4;    // 14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+ 3) * 4;  // 20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Alterar valores do herói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141019"/>
          </a:solidFill>
          <a:ln w="12700">
            <a:solidFill>
              <a:srgbClr val="3E33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56816"/>
            <a:ext cx="128016" cy="128016"/>
          </a:xfrm>
          <a:prstGeom prst="ellipse">
            <a:avLst/>
          </a:prstGeom>
          <a:solidFill>
            <a:srgbClr val="E86A5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956816"/>
            <a:ext cx="128016" cy="128016"/>
          </a:xfrm>
          <a:prstGeom prst="ellipse">
            <a:avLst/>
          </a:prstGeom>
          <a:solidFill>
            <a:srgbClr val="E7BC57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1956816"/>
            <a:ext cx="128016" cy="128016"/>
          </a:xfrm>
          <a:prstGeom prst="ellipse">
            <a:avLst/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04288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BC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heroi.vida -= 25;  // dano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heroi.vida += 30;  // cura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pct = heroi.vida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CE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heroi.vidaMaxima * 100;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-= e += : atalhos para alterar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vida = vida / vidaMáxima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heroi NÃO impede mudar heroi.vida</a:t>
            </a:r>
            <a:endParaRPr lang="en-US" sz="15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const trava o nome, não o conteúdo)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4434840"/>
            <a:ext cx="5212080" cy="868680"/>
          </a:xfrm>
          <a:prstGeom prst="roundRect">
            <a:avLst>
              <a:gd name="adj" fmla="val 9474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434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o estado de um objeto é o dia a dia de qualquer sistema.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MUNDO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Cálculos no mercado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195560" y="4572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6D4AA0"/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4572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042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itens do carrinho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17373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9019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9088" y="23042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valor conforme o CEP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7296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7398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* 0.10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317296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2E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3375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19088" y="37398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- valor da compra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271C33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526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do dano do herói é a mesma ideia do total de um pedido: operadores.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7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E15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PARA PRATICAR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2 · Músculos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2286000"/>
          </a:xfrm>
          <a:prstGeom prst="roundRect">
            <a:avLst>
              <a:gd name="adj" fmla="val 3600"/>
            </a:avLst>
          </a:prstGeom>
          <a:solidFill>
            <a:srgbClr val="2E2340"/>
          </a:solidFill>
          <a:ln w="12700">
            <a:solidFill>
              <a:srgbClr val="E7B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346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"força total" do herói combinando ataque, nível e defesa.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Depois, simule 3 golpes seguidos com -= e imprima a vida a cada golpe.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5212080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6D4A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12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 min · individual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71C33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56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7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AULA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7B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Vocês vão saber...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dados em variáveis (let / const)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os tipos: texto, número, booleano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dados relacionados em objetos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contas com operadores e precedência</a:t>
            </a:r>
            <a:endParaRPr lang="en-US" sz="1600" dirty="0"/>
          </a:p>
          <a:p>
            <a:pPr algn="l"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EC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valores de um objeto (dano, cura)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828800"/>
            <a:ext cx="3931920" cy="3383280"/>
          </a:xfrm>
          <a:prstGeom prst="roundRect">
            <a:avLst>
              <a:gd name="adj" fmla="val 2432"/>
            </a:avLst>
          </a:prstGeom>
          <a:solidFill>
            <a:srgbClr val="6D4AA0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21031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herói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e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18120" y="3977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7B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dar ações a ele — funções, na Aula 3.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2026-08-15T11:08:26Z</dcterms:created>
  <dcterms:modified xsi:type="dcterms:W3CDTF">2026-08-15T11:08:26Z</dcterms:modified>
</cp:coreProperties>
</file>